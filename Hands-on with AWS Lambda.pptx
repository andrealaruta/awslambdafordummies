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(2 min). Engancha: '¿Y si en 5 minutos tienes una pagina web en internet sin un solo servidor?'. Preséntate y di que al final TODOS van a poder abrir una funcion que crearemos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(2 min). Tres bloques de conceptos + un bloque practico. Avisa que habra memes para descansar la 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Aqui empezamos con lo basico. Manten el tono ligero.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es Lambda (5 min). Insiste en la idea: tu solo pones el codigo; AWS pone TODO lo demas. La analogia de la luz funciona muy bien con publico no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Serverless (4 min). Aclara el malentendido: serverless no significa 'sin servidores', significa 'tu no te preocupas por ellos'. La columna morada es el 'antes/despues'.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funciona (5 min). Lee el flujo de izquierda a derecha. El concepto clave: la funcion no esta 'corriendo todo el tiempo', se despierta solo cuando hay un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Meme 1 (1 min). Respira, deja que se rian. Conecta: 'esa segunda opcion es Lambda'.  (Tip: si quieres, reemplaza esta slide por tu meme favorito real; el espacio ya esta listo.)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02. Subimos la energia: aqui viene lo que hace especial a Lambda.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Pago por uso (5 min). Compara con un taxi (pagas el viaje) vs comprar un auto (pagas tengas o no viaje). El numero gigante es para impacto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(4 min). Mensaje: el mismo codigo aguanta 1 o 1 millon de usuarios. AWS lanza tantas copias como necesite y luego las apaga.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(6 min). No te detengas demasiado; estas palabras se entenderan solas cuando hagamos la demo. Solo siembra los terminos.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Meme 2 (1 min). El clasico 'expanding brain'. Cada nivel mas iluminado. El ultimo es el chiste: factura en cero.  (Tip: si quieres, reemplaza esta slide por tu meme favorito real; el espacio ya esta listo.)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03. Ahora inspiramos: que se puede construir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de uso (5 min). Pide ejemplos al publico: '¿que les gustaria automatizar?'. Conecta cada idea con un evento que dispara la funcion.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gratuita (4 min). Tranquiliza: nuestra demo cuesta 0. Menciona el bonus de creditos para cuentas nuevas (dato real, julio 2025+).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Meme 3 (1 min). El eterno 'works on my machine'. Punchline: con la nube ya no hay 'mi maquina'.  (Tip: si quieres, reemplaza esta slide por tu meme favorito real; el espacio ya esta listo.)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04. Cambio de energia: dejamos la teoria, abrimos la consola de AWS. Ten la guia a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(4 min). Muestra la captura: 'esto vamos a tener funcionando en internet en minutos'. Es real, lo generamos con el codigo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5 pasos (3 min). Resumen visual antes de la demo. Cada numero es un paso de la guia. Avisa que la guia es de ellos para repetirlo en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 (25-30 min). Aqui pasas a la consola de AWS y sigues la guia paso a paso. Antes de empezar, ten abierto el archivo lambda_function.py. Cuando tengas la URL, pegala en esta slide (o ten un QR listo) y compartela con la sala. Pide que cada quien abra ...?nombre=SuNombre.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Meme 4 (1 min). Despues de la demo. Celebra el deploy exitoso. Si algo fallo en vivo, este meme tambien sirve para reirse del momento.  (Tip: si quieres, reemplaza esta slide por tu meme favorito real; el espacio ya esta listo.)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Recursos (3 min). Da 1-2 retos concretos para que practiquen. Invita a comunidades. La idea es que se vayan con ganas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+ Q&amp;A. Agradece, recuerda que se llevan la guia y el proyecto. Abre preguntas. Si alguien logro abrir su URL, celebralo en publico.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1554480" cy="15544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697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7830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spc="400" kern="0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697480" y="224028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7800" dirty="0"/>
          </a:p>
        </p:txBody>
      </p:sp>
      <p:sp>
        <p:nvSpPr>
          <p:cNvPr id="9" name="Text 6"/>
          <p:cNvSpPr/>
          <p:nvPr/>
        </p:nvSpPr>
        <p:spPr>
          <a:xfrm>
            <a:off x="2743200" y="3657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F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primera función en la nube, sin servidores y sin pagar nada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743200" y="5120640"/>
            <a:ext cx="4297680" cy="777240"/>
          </a:xfrm>
          <a:prstGeom prst="roundRect">
            <a:avLst>
              <a:gd name="adj" fmla="val 49412"/>
            </a:avLst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3200" y="51206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Geraldinne Laruta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vamos a…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84248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311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92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es Lambda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03120" y="24414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claros para todo público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46520" y="16002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984248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2311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18928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su magia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909560" y="24414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 · pago por uso · escala solo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087368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334256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39959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se puede construir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2103120" y="45445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bots, automatizaciones y más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46520" y="37033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4087368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334256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9560" y="39959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Lambda en vivo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909560" y="45445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dejarla corriendo en internet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90 minutos  ·  con demo en vivo al final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Básicos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154680" y="3611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esencial, explicado fácil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66960" y="777240"/>
            <a:ext cx="1371600" cy="137160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16128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AWS Lambda?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011680"/>
            <a:ext cx="1097280" cy="109728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1720" y="20574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 tu código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manejar servidores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051560" y="324612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subes una pequeña función (tu código).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 ejecuta por ti, cuando hace falta.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prendes, ni cuidas, ni actualizas máquinas.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la usa, no se ejecuta (y no cuesta).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43800" y="1645920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FFF1D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09560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22128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💡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863840" y="3063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 luz de tu casa: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863840" y="3520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aprietas el interruptor y se enciende. No tienes una central eléctrica propia… solo pagas la luz que usas.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"Serverless" no es magia… casi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existen servidores. La diferencia es quién los cuida.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BE9F1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54203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860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tradicional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3429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alquilas el servidor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prendes 24/7 (aunque nadie lo use)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lo actualizas y reparas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todo el mes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1E7F8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2860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54203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228600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Lambda (serverless)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812280" y="3429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pone el servidor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solo cuando llega trabajo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 mantiene por ti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Pagas solo lo que se ejecuta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 El ciclo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76656" y="2148840"/>
            <a:ext cx="3063240" cy="320040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13916" y="2560320"/>
            <a:ext cx="1188720" cy="118872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244" y="28986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3931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pasa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50976" y="4434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abre un link, llega un archivo, un evento…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3474720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62856" y="2148840"/>
            <a:ext cx="3063240" cy="320040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00116" y="2560320"/>
            <a:ext cx="1188720" cy="11887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444" y="289864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5736" y="3931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despierta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4837176" y="4434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ejecuta tu función al instante.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3474720"/>
            <a:ext cx="548640" cy="548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49056" y="2148840"/>
            <a:ext cx="3063240" cy="320040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9386316" y="2560320"/>
            <a:ext cx="1188720" cy="118872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2898648"/>
            <a:ext cx="512064" cy="5120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31936" y="39319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8723376" y="44348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resultado y vuelve a dormir.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76656" y="580644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Todo esto ocurre en milisegundos.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😎 MEME BREAK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94183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3D1A5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1783080"/>
            <a:ext cx="1325880" cy="1325880"/>
          </a:xfrm>
          <a:prstGeom prst="ellipse">
            <a:avLst/>
          </a:prstGeom>
          <a:solidFill>
            <a:srgbClr val="E255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16712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554480"/>
            <a:ext cx="7132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un servidor encendido 24/7 para una función que se usa 5 veces al día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1371600" y="3703320"/>
            <a:ext cx="9418320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3D1A5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783080" y="4069080"/>
            <a:ext cx="1325880" cy="132588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4453128"/>
            <a:ext cx="557784" cy="5577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3840480"/>
            <a:ext cx="7132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solo los milisegundos que tu código se ejecuta ✨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Mágicos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154680" y="3611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Lambda enamora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66960" y="777240"/>
            <a:ext cx="1371600" cy="137160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16128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pagas por lo que usas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pagar un servidor vacío toda la noche.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949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6243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en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03120" y="2788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s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cobro de tu función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55080" y="2057400"/>
            <a:ext cx="5166360" cy="3840480"/>
          </a:xfrm>
          <a:prstGeom prst="roundRect">
            <a:avLst>
              <a:gd name="adj" fmla="val 3333"/>
            </a:avLst>
          </a:prstGeom>
          <a:solidFill>
            <a:srgbClr val="F1E7F8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377440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651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4231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significa?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66560" y="352044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función corre 200 ms, pagas 200 ms.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visitas hoy = cero costo hoy.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proyectos chicos e ideas nuevas.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sola, tú no haces nada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2194560"/>
            <a:ext cx="1005840" cy="100584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468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6012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953512"/>
            <a:ext cx="502920" cy="502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8288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806440" y="2194560"/>
            <a:ext cx="1005840" cy="100584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88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4600" dirty="0"/>
          </a:p>
        </p:txBody>
      </p:sp>
      <p:sp>
        <p:nvSpPr>
          <p:cNvPr id="13" name="Text 8"/>
          <p:cNvSpPr/>
          <p:nvPr/>
        </p:nvSpPr>
        <p:spPr>
          <a:xfrm>
            <a:off x="475488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usuarias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953512"/>
            <a:ext cx="502920" cy="5029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58200" y="18288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9601200" y="2194560"/>
            <a:ext cx="1005840" cy="10058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46888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4964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3600" dirty="0"/>
          </a:p>
        </p:txBody>
      </p:sp>
      <p:sp>
        <p:nvSpPr>
          <p:cNvPr id="19" name="Text 12"/>
          <p:cNvSpPr/>
          <p:nvPr/>
        </p:nvSpPr>
        <p:spPr>
          <a:xfrm>
            <a:off x="854964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868680" y="4983480"/>
            <a:ext cx="10424160" cy="1143000"/>
          </a:xfrm>
          <a:prstGeom prst="roundRect">
            <a:avLst>
              <a:gd name="adj" fmla="val 9600"/>
            </a:avLst>
          </a:prstGeom>
          <a:solidFill>
            <a:srgbClr val="FFF1D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188720" y="521208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39496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148840" y="4983480"/>
            <a:ext cx="8961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un millón de personas… sin que muevas un dedo. AWS crea copias de tu función según hagan falta.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palabras que vas a escuchar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84248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311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03120" y="235915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quién te llama (ej: el nombre en la URL).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46520" y="1554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984248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2311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909560" y="235915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"puerta de entrada": la función que AWS ejecuta.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133088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379976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3977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2103120" y="45079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en el que escribes (usaremos Python).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446520" y="37033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4133088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379976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9560" y="39776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909560" y="450799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disparador que despierta a tu Lambda.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MEME BREAK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iluminación serverless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63040" y="2148840"/>
            <a:ext cx="9235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313432"/>
            <a:ext cx="585216" cy="585216"/>
          </a:xfrm>
          <a:prstGeom prst="ellipse">
            <a:avLst/>
          </a:prstGeom>
          <a:solidFill>
            <a:srgbClr val="B98A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812" y="2453884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0360" y="21488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 servidor prendido siempre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418320" y="21488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463040" y="3172968"/>
            <a:ext cx="9235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37360" y="3337560"/>
            <a:ext cx="585216" cy="585216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812" y="3478012"/>
            <a:ext cx="304312" cy="304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3172968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Lambda para mis APIs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9418320" y="317296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✨✨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463040" y="4197096"/>
            <a:ext cx="9235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737360" y="4361688"/>
            <a:ext cx="585216" cy="585216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812" y="4502140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80360" y="4197096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Lambda se activa sola con eventos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418320" y="419709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✨✨✨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463040" y="5221224"/>
            <a:ext cx="9235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737360" y="5385816"/>
            <a:ext cx="585216" cy="585216"/>
          </a:xfrm>
          <a:prstGeom prst="ellipse">
            <a:avLst/>
          </a:prstGeom>
          <a:solidFill>
            <a:srgbClr val="FFD37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812" y="5526268"/>
            <a:ext cx="304312" cy="304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80360" y="5221224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factura de servidores: $0.00</a:t>
            </a:r>
            <a:endParaRPr lang="en-US" sz="2350" dirty="0"/>
          </a:p>
        </p:txBody>
      </p:sp>
      <p:sp>
        <p:nvSpPr>
          <p:cNvPr id="24" name="Text 18"/>
          <p:cNvSpPr/>
          <p:nvPr/>
        </p:nvSpPr>
        <p:spPr>
          <a:xfrm>
            <a:off x="9418320" y="522122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✨✨✨✨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Increíbles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154680" y="3611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puedes lograr con esto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66960" y="777240"/>
            <a:ext cx="1371600" cy="137160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16128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puedes construir?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810512"/>
            <a:ext cx="1005840" cy="100584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084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 webs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318211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Mini-backends y páginas como la de hoy.</a:t>
            </a:r>
            <a:endParaRPr lang="en-US" sz="100" dirty="0"/>
          </a:p>
        </p:txBody>
      </p:sp>
      <p:sp>
        <p:nvSpPr>
          <p:cNvPr id="8" name="Shape 5"/>
          <p:cNvSpPr/>
          <p:nvPr/>
        </p:nvSpPr>
        <p:spPr>
          <a:xfrm>
            <a:off x="4480560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37860" y="1810512"/>
            <a:ext cx="1005840" cy="100584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20848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63440" y="318211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mensajes automáticamente.</a:t>
            </a:r>
            <a:endParaRPr lang="en-US" sz="100" dirty="0"/>
          </a:p>
        </p:txBody>
      </p:sp>
      <p:sp>
        <p:nvSpPr>
          <p:cNvPr id="13" name="Shape 9"/>
          <p:cNvSpPr/>
          <p:nvPr/>
        </p:nvSpPr>
        <p:spPr>
          <a:xfrm>
            <a:off x="8321040" y="15544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78340" y="1810512"/>
            <a:ext cx="1005840" cy="10058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0" y="208483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834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imágenes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503920" y="318211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miniaturas al subir una foto.</a:t>
            </a:r>
            <a:endParaRPr lang="en-US" sz="100" dirty="0"/>
          </a:p>
        </p:txBody>
      </p:sp>
      <p:sp>
        <p:nvSpPr>
          <p:cNvPr id="18" name="Shape 13"/>
          <p:cNvSpPr/>
          <p:nvPr/>
        </p:nvSpPr>
        <p:spPr>
          <a:xfrm>
            <a:off x="64008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897380" y="3913632"/>
            <a:ext cx="1005840" cy="100584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4187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822960" y="528523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se ejecutan solas.</a:t>
            </a:r>
            <a:endParaRPr lang="en-US" sz="100" dirty="0"/>
          </a:p>
        </p:txBody>
      </p:sp>
      <p:sp>
        <p:nvSpPr>
          <p:cNvPr id="23" name="Shape 17"/>
          <p:cNvSpPr/>
          <p:nvPr/>
        </p:nvSpPr>
        <p:spPr>
          <a:xfrm>
            <a:off x="448056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37860" y="3913632"/>
            <a:ext cx="1005840" cy="100584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418795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4663440" y="528523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correos o alertas.</a:t>
            </a:r>
            <a:endParaRPr lang="en-US" sz="100" dirty="0"/>
          </a:p>
        </p:txBody>
      </p:sp>
      <p:sp>
        <p:nvSpPr>
          <p:cNvPr id="28" name="Shape 21"/>
          <p:cNvSpPr/>
          <p:nvPr/>
        </p:nvSpPr>
        <p:spPr>
          <a:xfrm>
            <a:off x="832104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78340" y="3913632"/>
            <a:ext cx="1005840" cy="10058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4187952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58200" y="49377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móviles</a:t>
            </a:r>
            <a:endParaRPr lang="en-US" sz="1900" dirty="0"/>
          </a:p>
        </p:txBody>
      </p:sp>
      <p:sp>
        <p:nvSpPr>
          <p:cNvPr id="32" name="Text 24"/>
          <p:cNvSpPr/>
          <p:nvPr/>
        </p:nvSpPr>
        <p:spPr>
          <a:xfrm>
            <a:off x="8503920" y="5285232"/>
            <a:ext cx="31546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7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detrás de tu app.</a:t>
            </a:r>
            <a:endParaRPr lang="en-US" sz="100" dirty="0"/>
          </a:p>
        </p:txBody>
      </p:sp>
      <p:sp>
        <p:nvSpPr>
          <p:cNvPr id="33" name="Text 25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 mucho más. Si se puede activar con un "evento", Lambda lo puede hacer.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parte: es GRATIS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"Always Free" de Lambda — no expira nunca.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331720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578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gratis al mes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2331720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5786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400.000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70916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GB-segundos de cómputo / mes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412480" y="2011680"/>
            <a:ext cx="347472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92640" y="233172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28" y="257860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291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59536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URL pública de tu función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" y="5230368"/>
            <a:ext cx="694944" cy="69494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413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502920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cuenta nueva recibe $100 en créditos, y crear tu primera Lambda te puede dar $20 más. 🎁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🤷‍♀️ MEME BREAK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554480" y="1554480"/>
            <a:ext cx="90525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3D1A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0240" y="155448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"Pero en mi máquina sí funcionaba…"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5852160" y="342900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54480" y="4114800"/>
            <a:ext cx="9052560" cy="1874520"/>
          </a:xfrm>
          <a:prstGeom prst="roundRect">
            <a:avLst>
              <a:gd name="adj" fmla="val 6829"/>
            </a:avLst>
          </a:prstGeom>
          <a:solidFill>
            <a:srgbClr val="FFD37E"/>
          </a:solidFill>
          <a:ln/>
          <a:effectLst>
            <a:outerShdw sx="100000" sy="100000" kx="0" ky="0" algn="bl" rotWithShape="0" blurRad="177800" dist="50800" dir="5400000">
              <a:srgbClr val="3D1A56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20240" y="4480560"/>
            <a:ext cx="1143000" cy="11430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4791456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4206240"/>
            <a:ext cx="7040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serverless, tu "máquina" ES la nube de AWS. Corre igual para todo el mundo. 😎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¡Manos a la obra!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154680" y="3611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Creamos y publicamos una Lambda en vivo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966960" y="777240"/>
            <a:ext cx="1371600" cy="137160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116128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proyecto: "Motiv-AWS"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mini-web que saluda y motiva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una página bonita con tu nombre.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motivacional + un dato de Lambda.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librerías raras: solo Python puro.</a:t>
            </a:r>
            <a:endParaRPr lang="en-US" sz="17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pega directo en la consola de AWS.</a:t>
            </a:r>
            <a:endParaRPr lang="en-US" sz="1750" dirty="0"/>
          </a:p>
          <a:p>
            <a:pPr marL="342900" indent="-342900">
              <a:buSzPct val="100000"/>
              <a:buChar char="•"/>
            </a:pPr>
            <a:r>
              <a:rPr lang="en-US" sz="1750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viva en un link público. 🔗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oyecto/preview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2053546"/>
            <a:ext cx="4526280" cy="31166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5532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Esto es lo que verán en su navegador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plan: 5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240280"/>
            <a:ext cx="1097280" cy="1097280"/>
          </a:xfrm>
          <a:prstGeom prst="ellipse">
            <a:avLst/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función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consola de AWS, Python.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07792" y="192024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10712" y="2240280"/>
            <a:ext cx="1097280" cy="109728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999232" y="3474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el código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17520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el archivo y Deploy.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75504" y="192024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78424" y="2240280"/>
            <a:ext cx="1097280" cy="10972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78424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266944" y="3474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Probarla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85232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evento de prueba.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43216" y="192024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46136" y="2240280"/>
            <a:ext cx="1097280" cy="1097280"/>
          </a:xfrm>
          <a:prstGeom prst="ellipse">
            <a:avLst/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46136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534656" y="3474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URL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52944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Function URL.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10928" y="1920240"/>
            <a:ext cx="2103120" cy="29260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3848" y="2240280"/>
            <a:ext cx="1097280" cy="109728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13848" y="2240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9802368" y="3474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¡Abrirla!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20656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el link con todas.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1E7F8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5522976"/>
            <a:ext cx="292608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828800" y="521208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detallado en la guía "Guia-Paso-a-Paso" que se llevan a casa. 📩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1097280" cy="1097280"/>
          </a:xfrm>
          <a:prstGeom prst="ellipse">
            <a:avLst/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9326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🎬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640080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43000" y="23317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publiquemos la función, su link irá aquí: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143000" y="2926080"/>
            <a:ext cx="5760720" cy="868680"/>
          </a:xfrm>
          <a:prstGeom prst="roundRect">
            <a:avLst>
              <a:gd name="adj" fmla="val 10526"/>
            </a:avLst>
          </a:prstGeom>
          <a:solidFill>
            <a:srgbClr val="F1E7F8"/>
          </a:solidFill>
          <a:ln w="15875">
            <a:solidFill>
              <a:srgbClr val="8E44AD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280160" y="292608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https://_________.lambda-url.us-east-1.on.aws/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" y="40233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Pruébala con tu nombre: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.../?nombre=TuNombre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43000" y="51663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verá su propio saludo. 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43800" y="2103120"/>
            <a:ext cx="3794760" cy="3931920"/>
          </a:xfrm>
          <a:prstGeom prst="roundRect">
            <a:avLst>
              <a:gd name="adj" fmla="val 3373"/>
            </a:avLst>
          </a:prstGeom>
          <a:solidFill>
            <a:srgbClr val="FBE9F1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49640" y="2606040"/>
            <a:ext cx="17830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FF6B9D"/>
            </a:solidFill>
            <a:prstDash val="dash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98280" y="3154680"/>
            <a:ext cx="685800" cy="685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098280" y="3154680"/>
            <a:ext cx="685800" cy="6858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32644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26680" y="45262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tu código QR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26680" y="502920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 el QR de tu URL en qr-code-generator.com)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7B2D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MEME BREAK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74920" y="1417320"/>
            <a:ext cx="2011680" cy="20116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98424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657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"Deploy" funciona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44348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PRIMERA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(nadie sabe muy bien por qué, pero lo aceptamos con gratitud)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aprendiendo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65960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código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103120" y="23317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más frases o cambia los colores de la página.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46520" y="15544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965960"/>
            <a:ext cx="914400" cy="91440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2128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 trigger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909560" y="23317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tu Lambda a otro servicio (ej: S3).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069080"/>
            <a:ext cx="914400" cy="9144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3159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3931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tus métricas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103120" y="44348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CloudWatch: cuántas veces corrió y cuánto tardó.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46520" y="36576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4069080"/>
            <a:ext cx="914400" cy="914400"/>
          </a:xfrm>
          <a:prstGeom prst="ellipse">
            <a:avLst/>
          </a:prstGeom>
          <a:solidFill>
            <a:srgbClr val="FF6B9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43159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9560" y="3931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Únete a la comunidad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909560" y="443484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AWS User Groups y comunidades de mujeres en tech.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oficial: docs.aws.amazon.com/lambda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D1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E44AD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114800"/>
            <a:ext cx="4206240" cy="4206240"/>
          </a:xfrm>
          <a:prstGeom prst="ellipse">
            <a:avLst/>
          </a:prstGeom>
          <a:solidFill>
            <a:srgbClr val="FF6B9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-1188720"/>
            <a:ext cx="2377440" cy="2377440"/>
          </a:xfrm>
          <a:prstGeom prst="ellipse">
            <a:avLst/>
          </a:prstGeom>
          <a:solidFill>
            <a:srgbClr val="FF9900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325880"/>
            <a:ext cx="1463040" cy="1463040"/>
          </a:xfrm>
          <a:prstGeom prst="ellipse">
            <a:avLst/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1746504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FD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ya eres oficialmente serverless ⚡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4206240" y="5166360"/>
            <a:ext cx="3749040" cy="777240"/>
          </a:xfrm>
          <a:prstGeom prst="roundRect">
            <a:avLst>
              <a:gd name="adj" fmla="val 49412"/>
            </a:avLst>
          </a:prstGeom>
          <a:solidFill>
            <a:srgbClr val="FF6B9D"/>
          </a:solidFill>
          <a:ln/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5166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Geraldinne Laruta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💜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with AWS Lambda</dc:title>
  <dc:subject>PptxGenJS Presentation</dc:subject>
  <dc:creator>Geraldinne Laruta</dc:creator>
  <cp:lastModifiedBy>Geraldinne Laruta</cp:lastModifiedBy>
  <cp:revision>1</cp:revision>
  <dcterms:created xsi:type="dcterms:W3CDTF">2026-06-13T12:46:48Z</dcterms:created>
  <dcterms:modified xsi:type="dcterms:W3CDTF">2026-06-13T12:46:48Z</dcterms:modified>
</cp:coreProperties>
</file>